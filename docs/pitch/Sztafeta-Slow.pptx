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ea1c25cf-ef00-df5d-e3b2-4d90d3b63e09}">
          <p14:sldIdLst>
            <p14:sldId id="256"/>
            <p14:sldId id="257"/>
            <p14:sldId id="258"/>
          </p14:sldIdLst>
        </p14:section>
        <p14:section name="Rozwiązanie" id="{b357d167-f02f-f737-1a47-7cebdd8d2185}">
          <p14:sldIdLst>
            <p14:sldId id="259"/>
            <p14:sldId id="260"/>
            <p14:sldId id="261"/>
          </p14:sldIdLst>
        </p14:section>
        <p14:section name="Jak działa AI" id="{c3bcdbdc-9917-1fcb-43da-8e5fa8f76c54}">
          <p14:sldIdLst>
            <p14:sldId id="262"/>
            <p14:sldId id="263"/>
            <p14:sldId id="264"/>
          </p14:sldIdLst>
        </p14:section>
        <p14:section name="Zespół i demo" id="{12e25095-0651-ab32-e40e-352a2c33434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Otwieramy: problem czytania ze zrozumieniem i nasza odpowiedź w jednym zdaniu. Sztafeta Słów to aplikacja, w której dzieci od 7 do 18 lat wspólnie piszą historie — ale żeby dopisać swój fragment, trzeba przeczytać i zrozumieć poprzednie.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Polska jest powyżej średniej UE w PISA 2025, ale pod spodem jest kryzys: 24 procent 15-latków nie osiąga poziomu podstawowego w czytaniu i mamy najniższą wytrwałość w nauce w UE. I to się nie „wyrasta”: w badaniu dorosłych PIAAC 2023 aż 39 procent Polaków jest na poziomie 1 lub niżej w rozumieniu tekstu, przy średniej OECD 26 procent — to jeden z najsłabszych wyników w OECD. Analfabetyzm funkcjonalny to też problem bezpieczeństwa — kto nie rozumie tekstu, łatwiej ulega dezinformacji.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Dzieci już masowo używają AI do nauki — ale zwykle po to, żeby dostać gotową odpowiedź. To zabija dokładnie tę umiejętność, której im brakuje. Nasz pomysł: AI w roli strażnika i recenzenta, a nie ściągawki.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Historia przeplata się: fragment AI, fragment dziecka, fragment AI… Dziecko czyta i dopisuje ciąg dalszy, AI moderuje i ocenia, czy fragment nawiązuje do historii. Jeśli się nie łączy — dziecko dostaje wskazówkę i poprawia. Jeśli tak — AI od razu dopisuje swój fragment, a pałeczkę przejmuje następne dziecko.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jest nasze demo na żywo. Trzy osoby w różnym wieku piszą jedną historię. Zosia rozumie tekst i dostaje pochwałę z dowodem. Kuba pisze nie na temat — AI nie przepuszcza tego, tylko pokazuje, co przeczytać jeszcze raz. Maja próbuje czegoś nieodpowiedniego i moderacja to zatrzymuje.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Trzy ekrany z prawdziwej aplikacji. Dziecko czyta historię i dopisuje swój fragment. AI ocenia zrozumienie i podświetla zdanie, na którym oparło ocenę — a narrator od razu dopisuje ciąg dalszy. Wulgaryzm albo dane osobowe zatrzymuje moderacja, z życzliwym komunikatem.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ma trzy role. Strażnik moderuje każdy fragment przed publikacją — najpierw szybka lokalna lista słów, potem model bezpieczeństwa, który łapie kontekst. Narrator zaczyna historie dopasowane do wieku. Recenzent ocenia zrozumienie. Modele działają na Groq — odpowiedź w 1,5–2 sekundy, co jest kluczowe, żeby dziecko nie czekało.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Architektura jest celowo prosta: frontend React, backend FastAPI jako funkcja na Vercelu, modele na Groq, baza Postgres na Supabase. Dostawcę LLM zmienia się jedną zmienną środowiskową. Wszystkie odpowiedzi AI są walidowane schematem Pydantic; błędny JSON to jedno ponowienie, a bez sieci działa MockProvider.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odpowiedź na wymóg zadania: jak użytkownik weryfikuje wyniki AI i zachowuje kontrolę. Każda ocena ma dosłowny cytat z wcześniejszego tekstu, który backend sprawdza, a frontend podświetla. Dziecko widzi, na czym AI oparło ocenę — i przy okazji uczy się szukać dowodów w tekście.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Dziękujemy. Zapraszamy do wypróbowania demo na telefonie — wystarczy wpisać imię i wybrać wiek.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74000" y="0"/>
            <a:ext cx="4318000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775700" y="762000"/>
            <a:ext cx="2514600" cy="533400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0" y="812800"/>
            <a:ext cx="2413000" cy="5232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1905000"/>
            <a:ext cx="685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HACKYEAH 2026 · ARTIFICIAL INTELLIGENCE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12800" y="2438400"/>
            <a:ext cx="6858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 Słów</a:t>
            </a:r>
            <a:endParaRPr lang="en-US" sz="8000" dirty="0"/>
          </a:p>
        </p:txBody>
      </p:sp>
      <p:sp>
        <p:nvSpPr>
          <p:cNvPr id="7" name="Text 4"/>
          <p:cNvSpPr txBox="1"/>
          <p:nvPr/>
        </p:nvSpPr>
        <p:spPr>
          <a:xfrm>
            <a:off x="812800" y="3810000"/>
            <a:ext cx="6223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Dzieci piszą historie sztafetą. AI pilnuje, żeby każdy najpierw </a:t>
            </a:r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przeczytał ze zrozumieniem</a:t>
            </a:r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12800" y="4889500"/>
            <a:ext cx="622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Zespół Drop the Base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952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Wysoko w rankingu, ale co czwarty 15-latek nie rozumie tego, co czyta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760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11760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15-latków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poniżej poziomu podstawowego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 czytaniu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760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PISA 2025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055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535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70535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kończy zadanie, gdy robi się trudno —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ostatnie miejsce w UE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(średnia 57%)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0535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PISA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8830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310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29310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dorosłych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radzi sobie ze zrozumieniem tekstu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(średnia OECD 26%)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9310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PIAAC 2023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62357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Źródła: PISA 2025 i PIAAC 2023 (OECD, IBE). Inspiracja: „Nauka. To Lubię”, T. Rożek.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12065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PARADOKS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701800"/>
            <a:ext cx="4064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5334000" y="1701800"/>
            <a:ext cx="60452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polskich 15-latków co tydzień uczy się z chatbotem AI — więcej niż średnia UE (45%).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746500"/>
            <a:ext cx="10160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Zwykły czat daje gotową odpowiedź. </a:t>
            </a:r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odwracamy rolę AI:</a:t>
            </a:r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nie odpowiada za dziecko, tylko sprawdza, czy dziecko zrozumiało.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62357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Źródło: PISA 2025, moduł „15-latkowie w świecie cyfrowym” (Głos Nauczycielski).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ROZWIĄZANIE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biegnie sztafetą: AI → dziecko → AI → dziecko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414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414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Zaczyna historię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414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dopasowaną do wieku, z „haczykiem”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3556000"/>
            <a:ext cx="254000" cy="254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814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100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Dziecko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100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Czyta i dopisuje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8100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ciąg dalszy po fragmencie AI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3556000"/>
            <a:ext cx="254000" cy="2540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500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786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786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Moderuje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wulgaryzmy, przemoc, dane osobowe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00" y="3556000"/>
            <a:ext cx="254000" cy="254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186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93472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AI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3472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Ocenia zrozumienie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3472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łączy się? popraw i spróbuj znowu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12800" y="4927600"/>
            <a:ext cx="10566400" cy="101600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600" y="5257800"/>
            <a:ext cx="355600" cy="355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25600" y="4927600"/>
            <a:ext cx="9448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od razu dopisuje swój fragment, wszystko widać na żywo — a pałeczkę przejmuje następne dziecko.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PRZYPADEK UŻYCIA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Trzy telefony, jedna historia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680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🐰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6680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Zosia, 8 lat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680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 Fafik w ciemności zionął ogniem. AI: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★★★, 90%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podświetla zdanie, do którego nawiązała — i od razu dopisuje swój ciąg dalszy.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055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5455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🦊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5455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Kuba, 15 lat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5455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Pisze o meczu i kebabie. AI: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★, 15%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fragment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wraca do poprawy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 podświetlonym zdaniem, do którego trzeba nawiązać.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8830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230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🐱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24230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Maja, 12 lat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4230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Próbuje wulgaryzmu albo wpisuje adres i telefon.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Odrzucone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 przyjaznym komunikatem — nikt inny tego nie zobaczy.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5384800"/>
            <a:ext cx="1056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żywo: </a:t>
            </a:r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sztafeta-slow.vercel.app</a:t>
            </a:r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każdy fragment widać na pozostałych telefonach w ~1,5 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APLIKACJA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33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 to wygląda na telefonie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695450" y="2032000"/>
            <a:ext cx="1663700" cy="3606800"/>
          </a:xfrm>
          <a:prstGeom prst="roundRect">
            <a:avLst>
              <a:gd name="adj" fmla="val 13740"/>
            </a:avLst>
          </a:prstGeom>
          <a:solidFill>
            <a:srgbClr val="1F293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250" y="2082800"/>
            <a:ext cx="1562100" cy="3505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2800" y="5778500"/>
            <a:ext cx="342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Czytasz i dopisujesz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264150" y="2032000"/>
            <a:ext cx="1663700" cy="3606800"/>
          </a:xfrm>
          <a:prstGeom prst="roundRect">
            <a:avLst>
              <a:gd name="adj" fmla="val 13740"/>
            </a:avLst>
          </a:prstGeom>
          <a:solidFill>
            <a:srgbClr val="1F293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50" y="2082800"/>
            <a:ext cx="1562100" cy="3505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81500" y="5778500"/>
            <a:ext cx="342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AI ocenia i pokazuje dowód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832850" y="2032000"/>
            <a:ext cx="1663700" cy="3606800"/>
          </a:xfrm>
          <a:prstGeom prst="roundRect">
            <a:avLst>
              <a:gd name="adj" fmla="val 13740"/>
            </a:avLst>
          </a:prstGeom>
          <a:solidFill>
            <a:srgbClr val="1F293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650" y="2082800"/>
            <a:ext cx="1562100" cy="3505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950200" y="5778500"/>
            <a:ext cx="342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Moderacja zatrzymuje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Trzy zadania, nigdy „odpowiedź za dziecko”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667000"/>
            <a:ext cx="338455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200" y="2946400"/>
            <a:ext cx="406400" cy="40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220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Strażnik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9220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polskich wulgaryzmów (bez LLM, 0,2 s) + model bezpieczeństwa: przemoc, treści seksualne, nękanie, dane osobowe.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2200" y="5473700"/>
            <a:ext cx="282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gpt-oss-safeguard-20b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00550" y="2667000"/>
            <a:ext cx="338455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950" y="2946400"/>
            <a:ext cx="406400" cy="406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7995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Narrator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7995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Pisze początek historii dla 7–10, 11–14 lub 15–18 lat: postacie z imionami, konkretne fakty, otwarte zakończenie.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79950" y="5473700"/>
            <a:ext cx="282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988300" y="2667000"/>
            <a:ext cx="338455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946400"/>
            <a:ext cx="406400" cy="406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6770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Recenzent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6770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Sprawdza nawiązanie do postaci, faktów i sytuacji — nie ortografię. Wynik 0–100, komentarz i cytat-dowód.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267700" y="5473700"/>
            <a:ext cx="282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ARCHITEKTURA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Proste części, jeden adres dla wszystkich telefonów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14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414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mobile-first, polling co 1,5 s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5800" y="3492500"/>
            <a:ext cx="254000" cy="254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560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846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7846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funkcja Python na Vercelu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3492500"/>
            <a:ext cx="254000" cy="254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992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3E8F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278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5278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interfejsem LLMProvider</a:t>
            </a:r>
            <a:endParaRPr lang="en-US" sz="13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200" y="3492500"/>
            <a:ext cx="254000" cy="254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0424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2710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92710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Supabase; lokalnie SQLite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89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WERYFIKACJA I KONTROLA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84300"/>
            <a:ext cx="7416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musi pokazać dowód — nie wystarczy werdykt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540000"/>
            <a:ext cx="7416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może źle ocenić zrozumienie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dlatego ocena tylko doradza, a cytat pozwala ją sprawdzić.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Cytat sprawdzany w kodzie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jeśli nie ma go dosłownie we wcześniejszym tekście, odrzucamy go.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„Nie łączy się” = popraw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tekst zostaje, dziecko widzi dowód i próbuje jeszcze raz.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Błąd modelu = bezpieczne odrzucenie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(„spróbuj za chwilę”), nigdy automatyczna akceptacja.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Każda decyzja zapisana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model, werdykt, uzasadnienie, surowy JSON.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877300" y="812800"/>
            <a:ext cx="2463800" cy="5232400"/>
          </a:xfrm>
          <a:prstGeom prst="roundRect">
            <a:avLst>
              <a:gd name="adj" fmla="val 9278"/>
            </a:avLst>
          </a:prstGeom>
          <a:solidFill>
            <a:srgbClr val="1F293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8100" y="863600"/>
            <a:ext cx="2362200" cy="513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7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8890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Przeczytaj. Zrozum. Przekaż pałeczkę.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812800" y="4445000"/>
            <a:ext cx="6985000" cy="1600200"/>
          </a:xfrm>
          <a:prstGeom prst="roundRect">
            <a:avLst>
              <a:gd name="adj" fmla="val 9524"/>
            </a:avLst>
          </a:prstGeom>
          <a:solidFill>
            <a:srgbClr val="FFF7E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200" y="4724400"/>
            <a:ext cx="642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Zespół Drop the Base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2200" y="5143500"/>
            <a:ext cx="6426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sztafeta-slow.vercel.app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Kod: 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github.com/Drop-the-Base/dezanalfabetyzator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ztafeta Słów">
  <a:themeElements>
    <a:clrScheme name="Sztafeta Słów">
      <a:dk1>
        <a:srgbClr val="1F2937"/>
      </a:dk1>
      <a:lt1>
        <a:srgbClr val="FFFFFF"/>
      </a:lt1>
      <a:dk2>
        <a:srgbClr val="4B5563"/>
      </a:dk2>
      <a:lt2>
        <a:srgbClr val="FFF7ED"/>
      </a:lt2>
      <a:accent1>
        <a:srgbClr val="F97316"/>
      </a:accent1>
      <a:accent2>
        <a:srgbClr val="6D28D9"/>
      </a:accent2>
      <a:accent3>
        <a:srgbClr val="C2410C"/>
      </a:accent3>
      <a:accent4>
        <a:srgbClr val="FDBA74"/>
      </a:accent4>
      <a:accent5>
        <a:srgbClr val="F3E8FF"/>
      </a:accent5>
      <a:accent6>
        <a:srgbClr val="B91C1C"/>
      </a:accent6>
      <a:hlink>
        <a:srgbClr val="6D28D9"/>
      </a:hlink>
      <a:folHlink>
        <a:srgbClr val="C2410C"/>
      </a:folHlink>
    </a:clrScheme>
    <a:fontScheme name="Sztafeta Słó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Sztafeta Słów — pitch HackYeah</dc:title>
  <dc:subject>PptxGenJS Presentation</dc:subject>
  <dc:creator>Zespół Drop the Base</dc:creator>
  <cp:lastModifiedBy>Zespół Drop the Base</cp:lastModifiedBy>
  <cp:revision>1</cp:revision>
  <dcterms:created xsi:type="dcterms:W3CDTF">2026-10-04T07:24:16Z</dcterms:created>
  <dcterms:modified xsi:type="dcterms:W3CDTF">2026-10-04T07:24:16Z</dcterms:modified>
</cp:coreProperties>
</file>